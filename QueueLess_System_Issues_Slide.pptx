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b728aa7ffd4919" /><Relationship Type="http://schemas.openxmlformats.org/officeDocument/2006/relationships/extended-properties" Target="/docProps/app.xml" Id="R5ad9bef26b064ef7" /><Relationship Type="http://schemas.openxmlformats.org/officeDocument/2006/relationships/officeDocument" Target="/ppt/presentation.xml" Id="R860d6f6a218649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c65f7ece5c4250"/>
  </p:sldMasterIdLst>
  <p:notesMasterIdLst>
    <p:notesMasterId xmlns:r="http://schemas.openxmlformats.org/officeDocument/2006/relationships" r:id="R68d03244bafd4dd2"/>
  </p:notesMasterIdLst>
  <p:sldIdLst>
    <p:sldId xmlns:r="http://schemas.openxmlformats.org/officeDocument/2006/relationships" id="256" r:id="R7fc71fa13b324a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23d1b4d2c34e83" /><Relationship Type="http://schemas.openxmlformats.org/officeDocument/2006/relationships/slideMaster" Target="/ppt/slideMasters/slideMaster1.xml" Id="Rdfc65f7ece5c4250" /><Relationship Type="http://schemas.openxmlformats.org/officeDocument/2006/relationships/notesMaster" Target="/ppt/notesMasters/notesMaster1.xml" Id="R68d03244bafd4dd2" /><Relationship Type="http://schemas.openxmlformats.org/officeDocument/2006/relationships/presProps" Target="/ppt/presProps.xml" Id="R7d6c7d5406c84903" /><Relationship Type="http://schemas.openxmlformats.org/officeDocument/2006/relationships/tableStyles" Target="/ppt/tableStyles.xml" Id="Rea0418b1f81e40e4" /><Relationship Type="http://schemas.openxmlformats.org/officeDocument/2006/relationships/slide" Target="/ppt/slides/slide1.xml" Id="R7fc71fa13b324a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66d92747c54d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974030388a4c55" /><Relationship Type="http://schemas.openxmlformats.org/officeDocument/2006/relationships/notesMaster" Target="/ppt/notesMasters/notesMaster1.xml" Id="R670c62c1d4e549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fa1e4b633c41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601c0f0cb44db9" /><Relationship Type="http://schemas.openxmlformats.org/officeDocument/2006/relationships/slideLayout" Target="/ppt/slideLayouts/slideLayout1.xml" Id="Rc4487f0273b941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487f0273b941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a9eb5f82e43d1" /><Relationship Type="http://schemas.openxmlformats.org/officeDocument/2006/relationships/image" Target="/ppt/media/image.png" Id="R1d04be28f1dc4337" /><Relationship Type="http://schemas.openxmlformats.org/officeDocument/2006/relationships/notesSlide" Target="/ppt/notesSlides/notesSlide1.xml" Id="R89c5724671f04cb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4be28f1dc43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19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2026-07-23T14:17:33.6270000Z</dcterms:created>
  <dcterms:modified xsi:type="dcterms:W3CDTF">2026-07-23T14:17:33.6270000Z</dcterms:modified>
</coreProperties>
</file>