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c9060a947450d" /><Relationship Type="http://schemas.openxmlformats.org/officeDocument/2006/relationships/extended-properties" Target="/docProps/app.xml" Id="R0096696981bb46fb" /><Relationship Type="http://schemas.openxmlformats.org/officeDocument/2006/relationships/officeDocument" Target="/ppt/presentation.xml" Id="Rccf718c2d85b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f9c024c09c49d7"/>
  </p:sldMasterIdLst>
  <p:notesMasterIdLst>
    <p:notesMasterId xmlns:r="http://schemas.openxmlformats.org/officeDocument/2006/relationships" r:id="R0be4c86891d34b7b"/>
  </p:notesMasterIdLst>
  <p:sldIdLst>
    <p:sldId xmlns:r="http://schemas.openxmlformats.org/officeDocument/2006/relationships" id="256" r:id="R0e1c09585c8f485e"/>
    <p:sldId xmlns:r="http://schemas.openxmlformats.org/officeDocument/2006/relationships" id="257" r:id="Rf2c99b748fb74d5a"/>
    <p:sldId xmlns:r="http://schemas.openxmlformats.org/officeDocument/2006/relationships" id="258" r:id="R3ea5ea4b5b2e4662"/>
    <p:sldId xmlns:r="http://schemas.openxmlformats.org/officeDocument/2006/relationships" id="259" r:id="Rd18f777e29d843de"/>
    <p:sldId xmlns:r="http://schemas.openxmlformats.org/officeDocument/2006/relationships" id="260" r:id="Ra0ccb8783c7a47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d4730f8494a0d" /><Relationship Type="http://schemas.openxmlformats.org/officeDocument/2006/relationships/slideMaster" Target="/ppt/slideMasters/slideMaster1.xml" Id="R20f9c024c09c49d7" /><Relationship Type="http://schemas.openxmlformats.org/officeDocument/2006/relationships/notesMaster" Target="/ppt/notesMasters/notesMaster1.xml" Id="R0be4c86891d34b7b" /><Relationship Type="http://schemas.openxmlformats.org/officeDocument/2006/relationships/presProps" Target="/ppt/presProps.xml" Id="R5416f70cc5be4cde" /><Relationship Type="http://schemas.openxmlformats.org/officeDocument/2006/relationships/tableStyles" Target="/ppt/tableStyles.xml" Id="Re821777e335c4c5e" /><Relationship Type="http://schemas.openxmlformats.org/officeDocument/2006/relationships/slide" Target="/ppt/slides/slide1.xml" Id="R0e1c09585c8f485e" /><Relationship Type="http://schemas.openxmlformats.org/officeDocument/2006/relationships/slide" Target="/ppt/slides/slide2.xml" Id="Rf2c99b748fb74d5a" /><Relationship Type="http://schemas.openxmlformats.org/officeDocument/2006/relationships/slide" Target="/ppt/slides/slide3.xml" Id="R3ea5ea4b5b2e4662" /><Relationship Type="http://schemas.openxmlformats.org/officeDocument/2006/relationships/slide" Target="/ppt/slides/slide4.xml" Id="Rd18f777e29d843de" /><Relationship Type="http://schemas.openxmlformats.org/officeDocument/2006/relationships/slide" Target="/ppt/slides/slide5.xml" Id="Ra0ccb8783c7a47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a6fb124e7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f0ed945eb145fc" /><Relationship Type="http://schemas.openxmlformats.org/officeDocument/2006/relationships/notesMaster" Target="/ppt/notesMasters/notesMaster1.xml" Id="R7939b3edb40543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13a5787074c70" /><Relationship Type="http://schemas.openxmlformats.org/officeDocument/2006/relationships/notesMaster" Target="/ppt/notesMasters/notesMaster1.xml" Id="Ra83bc610a568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ef15a3259481e" /><Relationship Type="http://schemas.openxmlformats.org/officeDocument/2006/relationships/notesMaster" Target="/ppt/notesMasters/notesMaster1.xml" Id="Rfaa69f224eb3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05b642fb94242" /><Relationship Type="http://schemas.openxmlformats.org/officeDocument/2006/relationships/notesMaster" Target="/ppt/notesMasters/notesMaster1.xml" Id="Rda485aebdf394e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cd5f54b1549a0" /><Relationship Type="http://schemas.openxmlformats.org/officeDocument/2006/relationships/notesMaster" Target="/ppt/notesMasters/notesMaster1.xml" Id="R0e424687ff6c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2da5c975841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8a69bd2af4381" /><Relationship Type="http://schemas.openxmlformats.org/officeDocument/2006/relationships/slideLayout" Target="/ppt/slideLayouts/slideLayout1.xml" Id="R707dfd0ce4ba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7dfd0ce4ba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7c8f13504bb0" /><Relationship Type="http://schemas.openxmlformats.org/officeDocument/2006/relationships/image" Target="/ppt/media/image.png" Id="R4b12fc002f684194" /><Relationship Type="http://schemas.openxmlformats.org/officeDocument/2006/relationships/notesSlide" Target="/ppt/notesSlides/notesSlide1.xml" Id="Rb72e4759dddf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24e8eb6974294" /><Relationship Type="http://schemas.openxmlformats.org/officeDocument/2006/relationships/image" Target="/ppt/media/image2.png" Id="Rc75b08477bea42fb" /><Relationship Type="http://schemas.openxmlformats.org/officeDocument/2006/relationships/notesSlide" Target="/ppt/notesSlides/notesSlide2.xml" Id="Ra084ee29a657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a4c2cc68044f3" /><Relationship Type="http://schemas.openxmlformats.org/officeDocument/2006/relationships/notesSlide" Target="/ppt/notesSlides/notesSlide3.xml" Id="Ree1bc7b1170a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90f56dbff4b9c" /><Relationship Type="http://schemas.openxmlformats.org/officeDocument/2006/relationships/notesSlide" Target="/ppt/notesSlides/notesSlide4.xml" Id="R3c55134b1aa84a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a9a7acd3b474a" /><Relationship Type="http://schemas.openxmlformats.org/officeDocument/2006/relationships/notesSlide" Target="/ppt/notesSlides/notesSlide5.xml" Id="Rd3d8e164a899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C542C-8844-4938-A8CF-F6D31C77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048250" cy="4838700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2fc002f684194"/>
          <a:srcRect xmlns:a="http://schemas.openxmlformats.org/drawingml/2006/main" l="18110" t="0" r="18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742950"/>
            <a:ext cx="5486400" cy="4838700"/>
          </a:xfrm>
          <a:prstGeom xmlns:a="http://schemas.openxmlformats.org/drawingml/2006/main" prst="roundRect">
            <a:avLst>
              <a:gd name="adj" fmla="val 236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4793B-8F7E-4E20-8D0C-08903E3F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990600"/>
            <a:ext cx="1466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F2CB-AE48-4F06-BC9D-890EAE2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0572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Vibe Coding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5B1AA-3C28-44E5-B523-5D93CA0B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097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4200" b="1">
                <a:solidFill>
                  <a:srgbClr val="0F172A"/>
                </a:solidFill>
              </a:defRPr>
            </a:pPr>
            <a:r>
              <a:rPr sz="4200" b="1">
                <a:solidFill>
                  <a:srgbClr val="0F172A"/>
                </a:solidFill>
              </a:rPr>
              <a:t>QueueLess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02830-01C1-4478-9C59-CD54B8C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מערכת לקביעת וניהול תורים עבור מספרת רמת גן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9F08B-6E68-4DB8-B179-BDE7E328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F"/>
          </a:solidFill>
          <a:ln xmlns:a="http://schemas.openxmlformats.org/drawingml/2006/main" w="0">
            <a:solidFill>
              <a:srgbClr val="C99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31B66-2060-4283-ADA1-7EA504E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צוות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7F0D-F0F8-4CF8-BD6B-71C0336C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יצחק - Product Architect · ת.ז: להשלים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517C6-797F-466D-A309-1B2831CA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אביטל - UX Designer · ת.ז: להשלים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9B1ED-E9AD-43F9-8613-49177CA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רועי - Lead Builder · ת.ז: להשלים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C652C-29D4-4D0D-8E2B-77FE810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עומרי - QA Engineer · ת.ז: להשלים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F45A7-6613-442D-BA14-7A5BF708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63EB"/>
                </a:solidFill>
              </a:defRPr>
            </a:pPr>
            <a:r>
              <a:rPr sz="1350" b="0">
                <a:solidFill>
                  <a:srgbClr val="2563EB"/>
                </a:solidFill>
              </a:rPr>
              <a:t>https://queue-less-rho.vercel.app/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45AAD-EDC4-4C85-8399-3E7BEDC5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QueueLess · מספרת רמת גן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E271E-B951-4D4D-B2E3-F3143D74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74205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E24E5-BD59-4038-BC1A-B63F12E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הבעיה: תורים במספרה מתנהלים בלי מקור אמת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C99E8-4063-40BD-B860-F46721D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במקום סל קניות ומלאי, המוצר מנהל משאב עסקי אחר: זמן פנוי ביומן.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b08477bea42fb"/>
          <a:srcRect xmlns:a="http://schemas.openxmlformats.org/drawingml/2006/main" l="11715" t="0" r="117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495300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991DE-F38A-443F-A0CA-7E30FAE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55245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004B-0DE0-4664-AF84-02AAB6D6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מה המערכת פותרת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B89C0-ECFF-41BA-9CE1-CF9ACC8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פחות תיאומים ב-WhatsApp ובטלפון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A3B4C-662E-414C-A5D1-5F8DA23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94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אין כפילות על אותה שעה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0255B-5772-4E15-867A-5A90109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הלקוח רואה אם התור ממתין, אושר או בוטל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72E23-6E28-4460-A400-1A05882E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בעל העסק מנהל יומן, לקוחות וחסימות זמינות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4413B-7360-4B92-9C85-9A93781F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הנתונים נשמרים בדמו דרך localStorage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F19EB-3511-4015-BFA6-926830D1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62600"/>
            <a:ext cx="22669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37D8B-FDB6-4EA2-9591-200ECB93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29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אישור מרצה לכיוון שירותים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494FF-B11D-4E49-9A39-6CE4ACBC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QueueLess · מספרת רמת גן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169A2-529F-4D41-AD02-CA77F1C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6647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0071A-EE45-46CF-BBB9-A3F5D45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ה-MVP מדגים שני מסלולים מלאים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EB19D-7C27-4818-987D-A5662CEE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לקוח קובע תור, ובעל העסק מנהל את היומן בלי להוסיף תשתיות חיצוניות.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89AB5-CDA6-4D6B-BD1F-B91AC0B8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EDF22-6812-48EF-B867-EDC3BA8B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E32C0-625B-4324-8100-8ED5727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מסלול לקוח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4C84-E06C-47E7-9ED9-B3FECAE9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הרשמה או התחברות עם OTP דמו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FFEFD-B6FE-496E-8DE3-191189E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בחירת שירות, תאריך ושעה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48DA5-EF1E-425A-870C-B140187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Slot ננעל כבר בסטטוס 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82937-99D6-4749-ACCB-31D68AAC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מסך “התורים שלי” מציג גם ביטולים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8E3FD-717E-4580-AD4C-CFC5A748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תזכורת וסטטוס מופיעים בתוך האתר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16683-C286-4F45-869A-C9D8114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מסלול בעל עסק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E79FA-11EE-4AA2-A693-7190EBA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כניסה עם קוד RG2026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15397-FE52-470D-A2E1-BC3A306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אישור וביטול תורים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B6142-B20A-41AA-81E1-EB790818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חסימת ימים או שעות בתוך יום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F385B-7516-44C7-87AC-B13458E7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אזהרה לפני ביטול תורים מתנגשים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B3532-8969-4ED7-82B3-E51D8FFF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טאב לקוחות עם חיפוש וספירת תורים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CF5D2-663F-4706-9F07-67FBDD7D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990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C5F1E-D998-4D11-B19B-424701A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435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RTL מלא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08D88-A33F-499A-8FD5-B9C77EF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76900"/>
            <a:ext cx="13525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8B8EE-6BEB-41D5-AC71-6AF127BD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435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ללא Supabase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7FE21-E42C-4C81-A56A-3B2D1CF5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1562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F6E8F-A738-41A4-AF33-C2B72D9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435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2400E"/>
                </a:solidFill>
              </a:defRPr>
            </a:pPr>
            <a:r>
              <a:rPr sz="1275" b="1">
                <a:solidFill>
                  <a:srgbClr val="92400E"/>
                </a:solidFill>
              </a:rPr>
              <a:t>Vercel + GitHub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C1FAA-26AB-4C9B-AC41-81A31478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QueueLess · מספרת רמת גן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18BC6-4B7A-4E4E-985A-19AD75B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392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9A8EB-B114-4ACD-8997-F194D7D3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העבודה התפתחה דרך החלטות קטנות ומבוקרות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D784E-D611-4168-8EF5-6292B9C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בכל שלב בדקנו מה מוסיף ערך להצגה ומה מוסיף סיכון מיותר.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42B9D-ABDD-4483-98ED-4D4FD5D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19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C9834-0062-4FBF-9D6F-A3A1C05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907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2400E"/>
                </a:solidFill>
              </a:defRPr>
            </a:pPr>
            <a:r>
              <a:rPr sz="3450" b="1">
                <a:solidFill>
                  <a:srgbClr val="92400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7A50D-B69B-4175-9AC1-2EE7829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0457B-D06B-4668-85EE-2F0B0909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עסק אחד בלבד: מספרת רמת גן, כדי לא להתפזר.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3FDD-C1D6-468C-B081-EECA7F5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419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BF3C-2775-4C22-9E6B-3EC1E53E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9BC9F-2BAB-417A-8B5B-F10D3B44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1CE4B-9CB2-4B49-89FC-1738DEC3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HTML אחד, Vanilla JS ו-localStorage כדי לצמצם נקודות כשל.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9BE69-E85F-4ED9-B82B-D315ABF3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2419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F4268-A3A7-46EF-8C4B-D54F0BF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92400E"/>
                </a:solidFill>
              </a:defRPr>
            </a:pPr>
            <a:r>
              <a:rPr sz="3450" b="1">
                <a:solidFill>
                  <a:srgbClr val="92400E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F359C-0E07-4A2A-933D-6D3EAD0C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UX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A1170-FA9A-40F8-8376-625997C5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RTL, תמונות מספרה, טפסים ברורים ותזכורות באתר.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118A-E767-4E54-AE52-86199632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2419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F2CD9-3893-4D15-B4B4-1B25704B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1907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563EB"/>
                </a:solidFill>
              </a:defRPr>
            </a:pPr>
            <a:r>
              <a:rPr sz="34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EEFF3-06BF-4B8F-9E85-73FEB143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61FF6-18DF-45B9-87AA-67BEAF25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Playwright, בדיקות תורים, OTP, חסימות ועדכון בזמן אמת.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2964D-EDF8-4BBE-A13C-B0832E0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A1A63-B522-42D7-BED6-D704AC2F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אתגרים שטופלו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06FCC-54D4-4733-BDA7-37829B96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נעילת slot כבר ב-pending · OTP בהרשמה ובהתחברות · ביטול תור שמתעדכן אצל הלקוח · חסימת שעות בלי לסגור יום שלם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9C392-2DA5-4D20-82DC-C51FA9B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QueueLess · מספרת רמת גן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F5446-8A66-4015-91A5-0048FEBE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343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97952-8406-4F4F-A0FE-666D4A2A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בהצגה מוכיחים מוצר עובד וגם מסלול התפתחות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00421-67B5-442C-BCD8-F0BD10FA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הדמו מציג נתונים חיים ב-localStorage, והשלב הבא ברור אם הופכים את זה למוצר אמיתי.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24323-06C2-4789-ACFA-C90E791B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C2684-3B82-475B-851D-620B0661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מה להראות כ-DB בדמו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C8A2E-5459-401B-A7D9-BA997C9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queueless-users ← לקוחות רשומים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4C4AB-9C3E-4476-885C-1D1D47C8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queueless_ux_appointments ← תורים וסטטוסים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5876D-D462-4ADB-8CD6-31912D0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queueless-blocked-dates ← ימים ושעות חסומים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B735E-D381-4882-BB03-1A8BCEEC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290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queueless_ux_session ← המשתמש המחובר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C7CBC-3E51-49AB-9A22-7062367D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להראות שינוי חי: הרשמה אחרי OTP, תור pending, ביטול ל-cancelled, וחסימת שעות.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780E6-B64C-4AED-8D77-4F73883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1AB7-F078-414E-8C6F-C2A2131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Future למוצר אמיתי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75C88-B236-4B24-B8BB-9D2595F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Supabase Auth ו-Database אמיתי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F5147-1F82-428F-8C12-56C08FC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718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RLS והרשאות צד שרת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3885-54AE-4C18-A417-5BEFAB76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SMS או Push אמיתי לתזכורות וביטולים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D5E83-1B86-40DD-B19B-247387D3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290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ניהול עובדים, שירותים ותמחור מתקדם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20D21-004B-4626-8981-5C1278D5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• Audit log לביטולים ושינויי יומן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FC87A-7954-414F-A1A8-2488EA55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911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400E"/>
                </a:solidFill>
              </a:defRPr>
            </a:pPr>
            <a:r>
              <a:rPr sz="1350" b="0">
                <a:solidFill>
                  <a:srgbClr val="92400E"/>
                </a:solidFill>
              </a:rPr>
              <a:t>החלטת MVP: להישאר פשוטים כדי להציג מערכת יציבה ולא להסתבך בתשתיות.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C1EA7-B601-4D92-8E4C-DF3EC04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QueueLess · מספרת רמת גן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94F93-759B-411D-BE12-C61DA29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436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6173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2026-07-23T12:12:56.4390000Z</dcterms:created>
  <dcterms:modified xsi:type="dcterms:W3CDTF">2026-07-23T12:12:56.4390000Z</dcterms:modified>
</coreProperties>
</file>